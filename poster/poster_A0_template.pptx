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396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51999"/>
            <a:ext cx="28115999" cy="259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[Poster title] Person-specific salience and language-network connectivity and emotional symptoms in Developmental Language Disorder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0"/>
            <a:ext cx="28115999" cy="93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[Author names]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D6E2F0"/>
                </a:solidFill>
                <a:latin typeface="Arial"/>
              </a:rPr>
              <a:t>[Affiliations · contact email]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4320000"/>
            <a:ext cx="13320000" cy="61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000" y="4320000"/>
            <a:ext cx="13104000" cy="61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Background &amp; 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4932000"/>
            <a:ext cx="13320000" cy="4644000"/>
          </a:xfrm>
          <a:prstGeom prst="rect">
            <a:avLst/>
          </a:prstGeom>
          <a:solidFill>
            <a:srgbClr val="ECF1F7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0000" y="5040000"/>
            <a:ext cx="12960000" cy="442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Developmental Language Disorder (DLD) carries a markedly elevated risk of emotional difficulties; the brain basis is unclear.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The salience network and a left fronto-striatal / language circuit are candidate substrates for mood regulation.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Aim: test whether person-specific network size and connectivity relate to SDQ emotional symptoms, and whether that coupling differs by group.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  <a:latin typeface="Arial"/>
              </a:rPr>
              <a:t>[Edit: add 1–2 references or a hypothesis statement here.]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20000" y="4320000"/>
            <a:ext cx="14075999" cy="61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27999" y="4320000"/>
            <a:ext cx="13859999" cy="61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20000" y="4932000"/>
            <a:ext cx="14075999" cy="4644000"/>
          </a:xfrm>
          <a:prstGeom prst="rect">
            <a:avLst/>
          </a:prstGeom>
          <a:solidFill>
            <a:srgbClr val="ECF1F7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00000" y="5040000"/>
            <a:ext cx="13715999" cy="442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Sample: n = 144 (DLD = 53, HSL = 27, TD = 64); icafix MS-HBM set n = 142.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Individualised cortical networks via MS-HBM; salience &amp; language network size as % cortical surface.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Fronto-striatal FC (9 tiles) and a left pars-opercularis–putamen language edge (CAB-NP), Fisher-z.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Negative-binomial models of SDQ-emotional on group × predictor (TD reference); joint-interaction LR + Freedman–Lane permutation.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  <a:latin typeface="Arial"/>
              </a:rPr>
              <a:t>[Edit: scanner/sequence, preprocessing, exclusions.]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9936000"/>
            <a:ext cx="28115999" cy="684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000" y="9936000"/>
            <a:ext cx="27900000" cy="68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pic>
        <p:nvPicPr>
          <p:cNvPr id="15" name="Picture 14" descr="fig2_fc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99" y="10944000"/>
            <a:ext cx="25200000" cy="142666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37999" y="25282636"/>
            <a:ext cx="25200000" cy="79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Figure 2.  </a:t>
            </a:r>
            <a:r>
              <a:rPr sz="1500" b="0" i="0">
                <a:solidFill>
                  <a:srgbClr val="555555"/>
                </a:solidFill>
                <a:latin typeface="Arial"/>
              </a:rPr>
              <a:t>FC → SDQ-emotional by group. Salience fronto-striatal grid (blue title) and the language frontal–putamen edge (red title); NB fits ± 95% CI.</a:t>
            </a:r>
          </a:p>
        </p:txBody>
      </p:sp>
      <p:pic>
        <p:nvPicPr>
          <p:cNvPr id="17" name="Picture 16" descr="fig3_network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26290636"/>
            <a:ext cx="18000000" cy="7638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0000" y="34001386"/>
            <a:ext cx="18000000" cy="79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Figure 3.  </a:t>
            </a:r>
            <a:r>
              <a:rPr sz="1500" b="0" i="0">
                <a:solidFill>
                  <a:srgbClr val="555555"/>
                </a:solidFill>
                <a:latin typeface="Arial"/>
              </a:rPr>
              <a:t>SDQ-emotional vs salience / language network size (NB mean ± 95% CI).</a:t>
            </a:r>
          </a:p>
        </p:txBody>
      </p:sp>
      <p:pic>
        <p:nvPicPr>
          <p:cNvPr id="19" name="Picture 18" descr="fig1_emotional_by_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00" y="26290636"/>
            <a:ext cx="8640000" cy="768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800000" y="34042636"/>
            <a:ext cx="8640000" cy="79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Figure 1.  </a:t>
            </a:r>
            <a:r>
              <a:rPr sz="1500" b="0" i="0">
                <a:solidFill>
                  <a:srgbClr val="555555"/>
                </a:solidFill>
                <a:latin typeface="Arial"/>
              </a:rPr>
              <a:t>SDQ-emotional by group.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0" y="35122636"/>
            <a:ext cx="28115999" cy="61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000" y="35122636"/>
            <a:ext cx="27900000" cy="61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000" y="35734636"/>
            <a:ext cx="28115999" cy="3348000"/>
          </a:xfrm>
          <a:prstGeom prst="rect">
            <a:avLst/>
          </a:prstGeom>
          <a:solidFill>
            <a:srgbClr val="ECF1F7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000" y="35842636"/>
            <a:ext cx="27755999" cy="313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[Key finding 1] Clinical groups show elevated emotional symptoms (large group main effects).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[Key finding 2] The FC → mood slope differs between DLD and TD for several fronto-striatal tiles and the language edge (interaction), though single-group slopes are mostly non-significant.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Arial"/>
              </a:rPr>
              <a:t>[Key finding 3 / take-home message — edit.]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" y="39298636"/>
            <a:ext cx="28115999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References &amp; Acknowledgements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[1] …   [2] …   [3] Gordon et al. 2021, Cereb Cortex.    Funding / acknowledgements: […].    Contact: [email].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